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2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4101A"/>
    <a:srgbClr val="06131F"/>
    <a:srgbClr val="2D0DB3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1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142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5159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1643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5291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640729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985463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347703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160688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00094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284581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59331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92189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76491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69080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46924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881275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2068607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3292195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594138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112772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53777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103201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01170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13520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83656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321905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1543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31CE7-9ECD-DFA8-8B76-987A1C686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AE89E7-51BC-D352-83D8-8393131D5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B2D45-F106-BCA2-EC7D-3032F6E94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60CA0-C86B-6DF6-89D4-43750217C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39043-9ADF-7C37-CAFC-E360C1285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E1BAA-A38D-40DE-B22C-DF9BD7D820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3648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3047F-2C93-1D91-51C1-B41A7C65D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D729A-FD8E-4CE6-EF51-541D1743A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A0256-BBC7-19EC-7473-047D65FB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4C629F-E449-772F-217F-60AD2681C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CC8A8-D326-6B5E-3A2F-19912FB3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31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1">
            <a:alphaModFix amt="25000"/>
            <a:lum/>
          </a:blip>
          <a:srcRect/>
          <a:stretch>
            <a:fillRect l="-16000" r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32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PINGEcosystem/sss-crab-pot-detection-ds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2.png"/><Relationship Id="rId5" Type="http://schemas.openxmlformats.org/officeDocument/2006/relationships/hyperlink" Target="https://doi.org/10.5281/zenodo.7922705" TargetMode="External"/><Relationship Id="rId4" Type="http://schemas.openxmlformats.org/officeDocument/2006/relationships/hyperlink" Target="https://www.kaggle.com/datasets/enochkwatehdongbo/seabedobjects-klsg-datase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6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71450" y="-947285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069910" y="781478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3728" y="2042457"/>
            <a:ext cx="653716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ID: </a:t>
            </a:r>
            <a:r>
              <a:rPr lang="en-US" sz="2000" dirty="0"/>
              <a:t>26057 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Title: </a:t>
            </a:r>
            <a:r>
              <a:rPr lang="en-US" sz="2000" dirty="0"/>
              <a:t>AI-Powered Automated Underwater Marine Debris and Anomaly Detection System using Side-Scan Sonar Imagery​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Theme: </a:t>
            </a:r>
            <a:r>
              <a:rPr lang="en-US" sz="2000" dirty="0"/>
              <a:t>Disaster Management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Category: </a:t>
            </a:r>
            <a:r>
              <a:rPr lang="en-US" sz="2000" dirty="0"/>
              <a:t>Software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Name: </a:t>
            </a:r>
            <a:r>
              <a:rPr lang="en-US" sz="2000" dirty="0"/>
              <a:t>Team Unstable </a:t>
            </a:r>
            <a:endParaRPr lang="en-I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1B7AF1-1996-A39C-A68C-4DF222A30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4310" y="209978"/>
            <a:ext cx="2341570" cy="1143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E770CBA-623E-50DA-199F-7F97C33BB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729" y="2244999"/>
            <a:ext cx="4187116" cy="41739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415774" y="252245"/>
            <a:ext cx="3343563" cy="709283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000000"/>
                </a:solidFill>
                <a:latin typeface="Tempus Sans ITC" panose="04020404030D07020202" pitchFamily="82" charset="0"/>
                <a:ea typeface="ＭＳ Ｐゴシック" pitchFamily="1" charset="-128"/>
                <a:cs typeface="Times New Roman" panose="02020603050405020304" pitchFamily="18" charset="0"/>
              </a:rPr>
              <a:t>ANVESHAN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B79599-1985-58E0-4A08-916E37153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"/>
            <a:ext cx="1892175" cy="12614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3FB7A6-0995-7089-C471-FC5FF0BC4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036" y="17515"/>
            <a:ext cx="2341570" cy="1143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5F99A42-BD71-9C2B-999E-B5D1EA1ED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1256923"/>
            <a:ext cx="12192001" cy="56010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820737" y="-272438"/>
            <a:ext cx="10515600" cy="132556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E6A24A-9BFF-D560-B4DC-C5C91DA8F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964602" cy="130973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B2BABE-AFA1-3EC1-E152-5505F5620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09735"/>
            <a:ext cx="12192000" cy="55277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A623C4-DF5B-D2FA-F586-7162D9ED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657" y="50750"/>
            <a:ext cx="234157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594400" y="-265983"/>
            <a:ext cx="10515600" cy="132556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8F7058-8013-2572-AF51-2F9A7449A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2136618" cy="14244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6ED10C-ABB4-CAB2-4FB4-592316BFE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32210"/>
            <a:ext cx="12192000" cy="54257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4B6BAE-6896-6934-4AC1-73ABA8817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0657" y="84413"/>
            <a:ext cx="2341570" cy="1143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99E57FB-3DB7-518A-72D5-06CF375DF1F8}"/>
              </a:ext>
            </a:extLst>
          </p:cNvPr>
          <p:cNvSpPr txBox="1"/>
          <p:nvPr/>
        </p:nvSpPr>
        <p:spPr>
          <a:xfrm>
            <a:off x="2967273" y="6235741"/>
            <a:ext cx="6423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820738" y="-265983"/>
            <a:ext cx="10515600" cy="1325563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AC3933-8DA9-4191-9099-3BC76B195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2136617" cy="14244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4CE7A7-EFBB-8A33-EAA9-12A3D276B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32211"/>
            <a:ext cx="12192000" cy="5448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8C8C22-3819-4B94-D52F-9107D4BE5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2744" y="130175"/>
            <a:ext cx="234157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721321" y="300038"/>
            <a:ext cx="10515600" cy="1116811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03350" y="2632368"/>
            <a:ext cx="938530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800" noProof="0" dirty="0">
                <a:latin typeface="Arial" pitchFamily="34" charset="0"/>
                <a:cs typeface="Arial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https://huggingface.co/datasets/PINGEcosystem/sss-crab-pot-detection-ds</a:t>
            </a:r>
            <a:endParaRPr lang="en-US" sz="2800" noProof="0" dirty="0">
              <a:latin typeface="Arial" pitchFamily="34" charset="0"/>
              <a:cs typeface="Arial" pitchFamily="34" charset="0"/>
            </a:endParaRPr>
          </a:p>
          <a:p>
            <a:pPr marL="342900" lvl="0" indent="-342900" algn="just"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dirty="0">
              <a:ln>
                <a:noFill/>
              </a:ln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lvl="0" indent="-342900" algn="just"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https://www.kaggle.com/datasets/enochkwatehdongbo/seabedobjects-klsg-dataset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lvl="0" indent="-342900" algn="just"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en-US" sz="2800" dirty="0"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lvl="0" indent="-342900" algn="just" defTabSz="4572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Arial" pitchFamily="34" charset="0"/>
                <a:ea typeface="ＭＳ Ｐゴシック" pitchFamily="1" charset="-128"/>
                <a:cs typeface="Arial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https://doi.org/10.5281/zenodo.7922705</a:t>
            </a:r>
            <a:endParaRPr lang="en-US" sz="2800" dirty="0"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9370D4-C84D-84A2-8994-9F09E822F9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575334" cy="17168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571126-891D-9E13-FDCD-6F4F5888B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5346" y="0"/>
            <a:ext cx="234157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7625</TotalTime>
  <Words>140</Words>
  <Application>Microsoft Office PowerPoint</Application>
  <PresentationFormat>Widescreen</PresentationFormat>
  <Paragraphs>44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ＭＳ Ｐゴシック</vt:lpstr>
      <vt:lpstr>Arial</vt:lpstr>
      <vt:lpstr>Calibri</vt:lpstr>
      <vt:lpstr>Felix Titling</vt:lpstr>
      <vt:lpstr>Garamond</vt:lpstr>
      <vt:lpstr>Goudy Old Style</vt:lpstr>
      <vt:lpstr>Tempus Sans ITC</vt:lpstr>
      <vt:lpstr>Times New Roman</vt:lpstr>
      <vt:lpstr>TradeGothic</vt:lpstr>
      <vt:lpstr>Archway</vt:lpstr>
      <vt:lpstr>SMART INDIA HACKATHON 2026</vt:lpstr>
      <vt:lpstr>ANVESHAN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Agrim Garg</cp:lastModifiedBy>
  <cp:revision>156</cp:revision>
  <dcterms:created xsi:type="dcterms:W3CDTF">2013-12-12T18:46:50Z</dcterms:created>
  <dcterms:modified xsi:type="dcterms:W3CDTF">2026-09-10T18:02:27Z</dcterms:modified>
  <cp:category/>
</cp:coreProperties>
</file>